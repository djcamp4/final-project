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Match Suite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scoring for faster, fairer hiring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 ·  Final Project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Context, User &amp;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submit resumes through the company website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open and read each one manually — one by one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recruiter applies their own judgment, no shared rubric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ranked by impression, then calls are made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inconsistent, and legally risky — with no structured audit trail.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60120"/>
            <a:ext cx="2971800" cy="1920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960120"/>
            <a:ext cx="10972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188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760720" y="2011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resume — consistent across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recruiters at the same company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3063240"/>
            <a:ext cx="2971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3063240"/>
            <a:ext cx="10972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applicants = 4+ hrs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unstructured screening before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call is made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Solution &amp;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18745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Extractor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text extraction from PDF, DOCX, TXT — no AI. Creates a clean, controlled input before any LLM sees the content.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5773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D9488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931920" cy="18745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10972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Scorer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resume across 5 weighted dimensions against the job description. Works with Claude, GPT-4o, or Gemini.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Choices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657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strips resumes before the LLM sees them — blocking hidden prompt attacks embedded in files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41985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Guardrails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3657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never scores on protected characteristics; scores are advisory only — human review required at threshold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Pool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389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matched skills across all candidates to surface JD improvement suggestions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15137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Cloud Run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4389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zero-setup public URL — anyone can test the full app without installing anything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Evaluation &amp;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match resumes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4–5; confirmed pipeline rewards genuine fit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match resumes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1–2; confirmed no score inflation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35808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Non-resume documents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letters, random text — graceful handling verified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13048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attacks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prompt instructions blocked at Stage 1 — no effect on scores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960120"/>
            <a:ext cx="30632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960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0698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min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80644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score 10 resumes vs. 30–50 min manually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240280"/>
            <a:ext cx="30632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224028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35000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20–30×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806440" y="2971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initial screening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3520440"/>
            <a:ext cx="306324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352044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6301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&gt;95%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806440" y="4251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repeated runs at temp 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providers scored within calibration range for strong and weak candidates.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Artifact Snapshot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Score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754880" cy="2468880"/>
          </a:xfrm>
          <a:prstGeom prst="rect">
            <a:avLst/>
          </a:prstGeom>
          <a:solidFill>
            <a:srgbClr val="071A2E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"weighted_score": 3.75,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"match_percent": 75,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"high",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"dimensions":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"required_skills": 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"experience_and_tenure": 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"achievements":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"gaps":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cloud cert",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"Limited leadership"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"Strong match..."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108960" cy="5943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talent-match-781675988453.us-central1.run.app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· open in any browser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788920"/>
            <a:ext cx="3108960" cy="2011680"/>
          </a:xfrm>
          <a:prstGeom prst="rect">
            <a:avLst/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306324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09067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▶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youtu.be/ferXWUujnGc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full demo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 Match Suite</dc:title>
  <dc:subject>PptxGenJS Presentation</dc:subject>
  <dc:creator>PptxGenJS</dc:creator>
  <cp:lastModifiedBy>PptxGenJS</cp:lastModifiedBy>
  <cp:revision>1</cp:revision>
  <dcterms:created xsi:type="dcterms:W3CDTF">2026-05-12T23:08:28Z</dcterms:created>
  <dcterms:modified xsi:type="dcterms:W3CDTF">2026-05-12T23:08:28Z</dcterms:modified>
</cp:coreProperties>
</file>